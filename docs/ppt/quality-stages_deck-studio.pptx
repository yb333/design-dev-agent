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!-- 空白母版、版式与主题取自 python-pptx 1.0.2 的默认有效文稿；母版只保留空白版式。 --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!-- 空白母版、版式与主题取自 python-pptx 1.0.2 的默认有效文稿；母版只保留空白版式。 --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jp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jp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